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3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280160"/>
            <a:ext cx="3840480" cy="3840480"/>
          </a:xfrm>
          <a:prstGeom prst="ellipse">
            <a:avLst/>
          </a:prstGeom>
          <a:solidFill>
            <a:srgbClr val="2C3D52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2C3D5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ENGINEERING — HANDS-ON LAB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 Falcon API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Triage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 →  API Client  →  Real Detection  →  Automated Triage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5806440"/>
            <a:ext cx="20116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Rufino Botte   |   Senior Desktop Engineer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github.com/davidrufinobotte/security-engineering-labs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endpoint sensor to automated triage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20344" y="2971800"/>
            <a:ext cx="1481328" cy="1143000"/>
          </a:xfrm>
          <a:prstGeom prst="roundRect">
            <a:avLst>
              <a:gd name="adj" fmla="val 8000"/>
            </a:avLst>
          </a:prstGeom>
          <a:solidFill>
            <a:srgbClr val="2330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20344" y="2971800"/>
            <a:ext cx="14813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401672" y="2971800"/>
            <a:ext cx="292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694280" y="2971800"/>
            <a:ext cx="1481328" cy="1143000"/>
          </a:xfrm>
          <a:prstGeom prst="roundRect">
            <a:avLst>
              <a:gd name="adj" fmla="val 8000"/>
            </a:avLst>
          </a:prstGeom>
          <a:solidFill>
            <a:srgbClr val="375273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94280" y="2971800"/>
            <a:ext cx="14813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(Atomic Red Team)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75608" y="2971800"/>
            <a:ext cx="292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468216" y="2971800"/>
            <a:ext cx="1481328" cy="1143000"/>
          </a:xfrm>
          <a:prstGeom prst="roundRect">
            <a:avLst>
              <a:gd name="adj" fmla="val 8000"/>
            </a:avLst>
          </a:prstGeom>
          <a:solidFill>
            <a:srgbClr val="2330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68216" y="2971800"/>
            <a:ext cx="14813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9544" y="2971800"/>
            <a:ext cx="292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42152" y="2971800"/>
            <a:ext cx="1481328" cy="1143000"/>
          </a:xfrm>
          <a:prstGeom prst="roundRect">
            <a:avLst>
              <a:gd name="adj" fmla="val 8000"/>
            </a:avLst>
          </a:prstGeom>
          <a:solidFill>
            <a:srgbClr val="375273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42152" y="2971800"/>
            <a:ext cx="14813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API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(Read)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23480" y="2971800"/>
            <a:ext cx="292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016088" y="2971800"/>
            <a:ext cx="1481328" cy="1143000"/>
          </a:xfrm>
          <a:prstGeom prst="roundRect">
            <a:avLst>
              <a:gd name="adj" fmla="val 8000"/>
            </a:avLst>
          </a:prstGeom>
          <a:solidFill>
            <a:srgbClr val="2330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16088" y="2971800"/>
            <a:ext cx="14813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497416" y="2971800"/>
            <a:ext cx="292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790024" y="2971800"/>
            <a:ext cx="1481328" cy="1143000"/>
          </a:xfrm>
          <a:prstGeom prst="roundRect">
            <a:avLst>
              <a:gd name="adj" fmla="val 8000"/>
            </a:avLst>
          </a:prstGeom>
          <a:solidFill>
            <a:srgbClr val="375273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790024" y="2971800"/>
            <a:ext cx="14813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API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(Write)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47091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safe, authorized simulated attack triggers real Falcon detections. A Python script reads them via API, then writes back a status update and comment — closing the loop from detection to response.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530352"/>
            <a:ext cx="4462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SETUP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07008" y="777240"/>
            <a:ext cx="4462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Least-Privilege API Client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dedicated OAuth2 API client (lab-detection-automation)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exactly what the project needs: Alerts and Hosts — nothing else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least-privilege principle applied earlier in the Entra ID + Sentinel lab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87568" y="2202336"/>
            <a:ext cx="5998464" cy="3276287"/>
          </a:xfrm>
          <a:prstGeom prst="roundRect">
            <a:avLst>
              <a:gd name="adj" fmla="val 1395"/>
            </a:avLst>
          </a:prstGeom>
          <a:solidFill>
            <a:srgbClr val="F3F6F9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/home/claude/crowdstrike_pptx/img/01_api_client_scop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2275488"/>
            <a:ext cx="5852160" cy="31299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530352"/>
            <a:ext cx="6199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07008" y="777240"/>
            <a:ext cx="6199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Deployed &amp; Reporting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6400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sensor installed on a dedicated test laptop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online, managed, healthy, and up to date within minutes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data source everything downstream depends 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759539" y="1024128"/>
            <a:ext cx="2597722" cy="5541264"/>
          </a:xfrm>
          <a:prstGeom prst="roundRect">
            <a:avLst>
              <a:gd name="adj" fmla="val 1760"/>
            </a:avLst>
          </a:prstGeom>
          <a:solidFill>
            <a:srgbClr val="F3F6F9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/home/claude/crowdstrike_pptx/img/02_host_repor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2691" y="1097280"/>
            <a:ext cx="2451418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530352"/>
            <a:ext cx="10405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 #1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07008" y="777240"/>
            <a:ext cx="10405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a Decommissioned API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script used FalconPy's classic Detects service class — the industry-standard starting point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 retired this API entirely; the request failed with a clear 404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5488" y="4355198"/>
            <a:ext cx="11210544" cy="433604"/>
          </a:xfrm>
          <a:prstGeom prst="roundRect">
            <a:avLst>
              <a:gd name="adj" fmla="val 10544"/>
            </a:avLst>
          </a:prstGeom>
          <a:solidFill>
            <a:srgbClr val="23303D"/>
          </a:solidFill>
          <a:ln w="12700">
            <a:solidFill>
              <a:srgbClr val="2330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/home/claude/crowdstrike_pptx/img/03_error_4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428350"/>
            <a:ext cx="11064240" cy="287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530352"/>
            <a:ext cx="10405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 #2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07008" y="777240"/>
            <a:ext cx="10405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Migrated API, Wrong Scope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Rewrote the script against the current Alerts API — but the client's old scope name didn't carry over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 access denied — fixed by granting the correct Alerts: Read scope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5488" y="4349443"/>
            <a:ext cx="11210544" cy="445113"/>
          </a:xfrm>
          <a:prstGeom prst="roundRect">
            <a:avLst>
              <a:gd name="adj" fmla="val 10272"/>
            </a:avLst>
          </a:prstGeom>
          <a:solidFill>
            <a:srgbClr val="23303D"/>
          </a:solidFill>
          <a:ln w="12700">
            <a:solidFill>
              <a:srgbClr val="2330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/home/claude/crowdstrike_pptx/img/04_error_4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422595"/>
            <a:ext cx="11064240" cy="2988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530352"/>
            <a:ext cx="10405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07008" y="777240"/>
            <a:ext cx="10405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Working — Before Any Data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auth and scope fixed, the script ran cleanly and correctly reported zero alerts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the pipeline works end to end before relying on it to catch something real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5488" y="4126398"/>
            <a:ext cx="11210544" cy="708324"/>
          </a:xfrm>
          <a:prstGeom prst="roundRect">
            <a:avLst>
              <a:gd name="adj" fmla="val 6455"/>
            </a:avLst>
          </a:prstGeom>
          <a:solidFill>
            <a:srgbClr val="23303D"/>
          </a:solidFill>
          <a:ln w="12700">
            <a:solidFill>
              <a:srgbClr val="2330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/home/claude/crowdstrike_pptx/img/05_no_alerts_y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99550"/>
            <a:ext cx="11064240" cy="5620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33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114800"/>
            <a:ext cx="4114800" cy="4114800"/>
          </a:xfrm>
          <a:prstGeom prst="ellipse">
            <a:avLst/>
          </a:prstGeom>
          <a:solidFill>
            <a:srgbClr val="2C3D5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80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A REAL SIGNAL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EICAR didn't work — and what did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0515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EICAR: no detection.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E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is a behavior-based EDR — a static test file sitting on disk, never executed, simply doesn't trigger it. Expected, not a misconfiguration.
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Red Team: real detection.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AE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MITRE technique T1053.005 (Scheduled Task persistence) — a safe, reversible simulation of real attacker behavior, with automatic cleanup after.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530352"/>
            <a:ext cx="10405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07008" y="777240"/>
            <a:ext cx="10405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Alerts, Multiple Detection Layers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safe technique triggered detections across Execution, Machine Learning, and Malware categories — confirming several of Falcon's engines are active, not just one signature check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5488" y="3094483"/>
            <a:ext cx="11210544" cy="2589275"/>
          </a:xfrm>
          <a:prstGeom prst="roundRect">
            <a:avLst>
              <a:gd name="adj" fmla="val 1766"/>
            </a:avLst>
          </a:prstGeom>
          <a:solidFill>
            <a:srgbClr val="23303D"/>
          </a:solidFill>
          <a:ln w="12700">
            <a:solidFill>
              <a:srgbClr val="2330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/home/claude/crowdstrike_pptx/img/06_found_10_ale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167635"/>
            <a:ext cx="11064240" cy="24429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530352"/>
            <a:ext cx="4462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07008" y="777240"/>
            <a:ext cx="4462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in the Console Too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Cross-checked the API results against the Falcon console directly on the host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total detections found — the API view and the console view agree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practice: never trust a script's output alone when a source of truth is one click away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87568" y="2169422"/>
            <a:ext cx="5998464" cy="3250676"/>
          </a:xfrm>
          <a:prstGeom prst="roundRect">
            <a:avLst>
              <a:gd name="adj" fmla="val 1406"/>
            </a:avLst>
          </a:prstGeom>
          <a:solidFill>
            <a:srgbClr val="F3F6F9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/home/claude/crowdstrike_pptx/img/07_console_17_dete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2242574"/>
            <a:ext cx="5852160" cy="31043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530352"/>
            <a:ext cx="10405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PROBLEMS #3 &amp; #4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07008" y="777240"/>
            <a:ext cx="10405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Loop Took Two More Fixes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the script to update and close alerts via API — not just read them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parameter name (ids vs. composite_ids)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" y="2575788"/>
            <a:ext cx="11210544" cy="974903"/>
          </a:xfrm>
          <a:prstGeom prst="roundRect">
            <a:avLst>
              <a:gd name="adj" fmla="val 4690"/>
            </a:avLst>
          </a:prstGeom>
          <a:solidFill>
            <a:srgbClr val="23303D"/>
          </a:solidFill>
          <a:ln w="12700">
            <a:solidFill>
              <a:srgbClr val="2330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0" descr="/home/claude/crowdstrike_pptx/img/08_error_400_pa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48940"/>
            <a:ext cx="11064240" cy="82859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39776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status value — fixed using the exact values from the API's own error message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" y="4653234"/>
            <a:ext cx="11210544" cy="843372"/>
          </a:xfrm>
          <a:prstGeom prst="roundRect">
            <a:avLst>
              <a:gd name="adj" fmla="val 5421"/>
            </a:avLst>
          </a:prstGeom>
          <a:solidFill>
            <a:srgbClr val="23303D"/>
          </a:solidFill>
          <a:ln w="12700">
            <a:solidFill>
              <a:srgbClr val="2330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12" name="Image 1" descr="/home/claude/crowdstrike_pptx/img/09_error_400_stat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726386"/>
            <a:ext cx="11064240" cy="69706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530352"/>
            <a:ext cx="10405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07008" y="777240"/>
            <a:ext cx="10405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Triage, Confirmed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alerts closed via API with a status update and an audit comment explaining the authorized test — the same closing discipline used in the Sentinel lab, done here through code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5488" y="2645695"/>
            <a:ext cx="11210544" cy="2298130"/>
          </a:xfrm>
          <a:prstGeom prst="roundRect">
            <a:avLst>
              <a:gd name="adj" fmla="val 1989"/>
            </a:avLst>
          </a:prstGeom>
          <a:solidFill>
            <a:srgbClr val="23303D"/>
          </a:solidFill>
          <a:ln w="12700">
            <a:solidFill>
              <a:srgbClr val="2330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/home/claude/crowdstrike_pptx/img/10_triage_suc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18847"/>
            <a:ext cx="11064240" cy="215182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50749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client updated with write access, scoped only to what triage required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07008" y="530352"/>
            <a:ext cx="10405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FURTHER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07008" y="777240"/>
            <a:ext cx="10405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Across Multiple Tactics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two more Atomic Red Team techniques, covering different MITRE tactics than the original test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T1082 (Discovery): ran cleanly, no alert — expected, since a native systeminfo command alone isn't distinct enough to flag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T1112 (Defense Evasion): blocked by Falcon's prevention layer AND still generated a High severity alert — prevention and detection working together, not just one or the other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704054" y="3355848"/>
            <a:ext cx="6753413" cy="2980944"/>
          </a:xfrm>
          <a:prstGeom prst="roundRect">
            <a:avLst>
              <a:gd name="adj" fmla="val 1534"/>
            </a:avLst>
          </a:prstGeom>
          <a:solidFill>
            <a:srgbClr val="23303D"/>
          </a:solidFill>
          <a:ln w="12700">
            <a:solidFill>
              <a:srgbClr val="2330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/home/claude/crowdstrike_pptx/img/12_multi_tactic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7206" y="3429000"/>
            <a:ext cx="6607109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33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3840480" cy="3840480"/>
          </a:xfrm>
          <a:prstGeom prst="ellipse">
            <a:avLst/>
          </a:prstGeom>
          <a:solidFill>
            <a:srgbClr val="2C3D5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DEMONSTRATES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applied in this lab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01368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&amp; API Integration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130552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 Falcon, FalconPy SDK, OAuth2 authentication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1920240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1801368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Adversary Simulation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29400" y="2130552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technique execution via Atomic Red Team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035808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API Debugging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364992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 and fixed 4 distinct real errors, not scripted ones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55080" y="3154680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3035808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Triage &amp; Response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29400" y="3364992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the loop: read, triaged, and contained hosts via API — with safety-first dry-run design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389120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270248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4599432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API client access to exactly what each task needed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55080" y="4389120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270248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Discipline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29400" y="4599432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Cross-checked script output against the console directly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989320"/>
            <a:ext cx="11064240" cy="0"/>
          </a:xfrm>
          <a:prstGeom prst="line">
            <a:avLst/>
          </a:prstGeom>
          <a:noFill/>
          <a:ln w="12700">
            <a:solidFill>
              <a:srgbClr val="3E4F6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126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Rufino Botte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github.com/davidrufinobotte/security-engineering-labs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2026-08-01T01:22:30Z</dcterms:created>
  <dcterms:modified xsi:type="dcterms:W3CDTF">2026-08-01T01:22:30Z</dcterms:modified>
</cp:coreProperties>
</file>