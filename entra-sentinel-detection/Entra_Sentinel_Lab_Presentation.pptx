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96" d="100"/>
          <a:sy n="96" d="100"/>
        </p:scale>
        <p:origin x="872" y="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5013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30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Shape 1"/>
          <p:cNvSpPr/>
          <p:nvPr/>
        </p:nvSpPr>
        <p:spPr>
          <a:xfrm>
            <a:off x="-1463040" y="4754880"/>
            <a:ext cx="3291840" cy="329184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ENGINEERING — HANDS-ON LAB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Sign-In Risk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&amp; Response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Entra ID  →  Microsoft Sentinel  →  Logic Apps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806440"/>
            <a:ext cx="201168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54864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   |   Senior Desktop Engineer, NZX Limited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github.com/davidrufinobotte/entra-sentinel-detection-lab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log to alert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91744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5" name="Text 3"/>
          <p:cNvSpPr/>
          <p:nvPr/>
        </p:nvSpPr>
        <p:spPr>
          <a:xfrm>
            <a:off x="691744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Logs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73072" y="3063240"/>
            <a:ext cx="384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557120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8" name="Text 6"/>
          <p:cNvSpPr/>
          <p:nvPr/>
        </p:nvSpPr>
        <p:spPr>
          <a:xfrm>
            <a:off x="2557120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8448" y="3063240"/>
            <a:ext cx="384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422496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1" name="Text 9"/>
          <p:cNvSpPr/>
          <p:nvPr/>
        </p:nvSpPr>
        <p:spPr>
          <a:xfrm>
            <a:off x="4422496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Rule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03824" y="3063240"/>
            <a:ext cx="384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287872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4" name="Text 12"/>
          <p:cNvSpPr/>
          <p:nvPr/>
        </p:nvSpPr>
        <p:spPr>
          <a:xfrm>
            <a:off x="6287872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9200" y="3063240"/>
            <a:ext cx="384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53248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23303D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17" name="Text 15"/>
          <p:cNvSpPr/>
          <p:nvPr/>
        </p:nvSpPr>
        <p:spPr>
          <a:xfrm>
            <a:off x="8153248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App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34576" y="3063240"/>
            <a:ext cx="3840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10018624" y="30632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375273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sp>
        <p:nvSpPr>
          <p:cNvPr id="20" name="Text 18"/>
          <p:cNvSpPr/>
          <p:nvPr/>
        </p:nvSpPr>
        <p:spPr>
          <a:xfrm>
            <a:off x="10018624" y="3063240"/>
            <a:ext cx="14813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risky sign-in is logged, ingested into Sentinel, evaluated by a scheduled detection rule, and — if it matches — automatically opens an incident and triggers an emailed alert.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Workspace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law-security-lab as the central log repository for the lab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Pay-As-You-Go subscription, Australia Southeast region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layer every downstream Sentinel component reads from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8951" y="3112664"/>
            <a:ext cx="5458968" cy="1501352"/>
          </a:xfrm>
          <a:prstGeom prst="roundRect">
            <a:avLst>
              <a:gd name="adj" fmla="val 3045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1_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3167528"/>
            <a:ext cx="5349240" cy="1391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3855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6613855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272223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72223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Identity Signals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613855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the Microsoft Entra ID data connector (Sign-In + Audit logs)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 real issue: the connector was missing until the Entra ID solution was installed from the Sentinel Content Hub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troubleshooting ability, not just following steps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93776" y="2369576"/>
            <a:ext cx="5458968" cy="2987529"/>
          </a:xfrm>
          <a:prstGeom prst="roundRect">
            <a:avLst>
              <a:gd name="adj" fmla="val 1530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2_conn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4440"/>
            <a:ext cx="5349240" cy="28778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Data Ingestion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a KQL query (SigninLogs | take 10) before building any detection logic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logs were flowing end-to-end from Entra ID into the workspace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confirmed data, not assumptions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8951" y="2813863"/>
            <a:ext cx="5458968" cy="2098954"/>
          </a:xfrm>
          <a:prstGeom prst="roundRect">
            <a:avLst>
              <a:gd name="adj" fmla="val 2178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3_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2868727"/>
            <a:ext cx="5349240" cy="19892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3855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6613855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272223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72223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Reusing Existing Controls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613855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existing Conditional Access policies before creating a new one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reused a policy already enforcing MFA on risky sign-ins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policy sprawl — a real security engineering judgment call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93776" y="2380984"/>
            <a:ext cx="5458968" cy="2964713"/>
          </a:xfrm>
          <a:prstGeom prst="roundRect">
            <a:avLst>
              <a:gd name="adj" fmla="val 1542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4_conditional_a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35848"/>
            <a:ext cx="5349240" cy="28549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Analytics Rule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KQL rule 'High-Risk Sign-In Detected', running every 5 minutes (5 minutes just because is test </a:t>
            </a:r>
            <a:r>
              <a:rPr lang="en-US" sz="1450" dirty="0" err="1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enviroment</a:t>
            </a: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on RiskLevelDuringSignIn (medium / high) from Entra ID Protection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MITRE ATT&amp;CK — Initial Access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8951" y="2316746"/>
            <a:ext cx="5458968" cy="3093187"/>
          </a:xfrm>
          <a:prstGeom prst="roundRect">
            <a:avLst>
              <a:gd name="adj" fmla="val 1478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5_analytics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2371610"/>
            <a:ext cx="5349240" cy="29834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3855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6613855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272223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72223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 at Scale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613855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generated 39 incidents from real sign-in activity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detection logic works against live data, not just theory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incident automatically linked back to its source alert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93776" y="2298691"/>
            <a:ext cx="5458968" cy="3129299"/>
          </a:xfrm>
          <a:prstGeom prst="roundRect">
            <a:avLst>
              <a:gd name="adj" fmla="val 1461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6_inci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53555"/>
            <a:ext cx="5349240" cy="30195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Review &amp; Closure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and closed incidents individually with correct classification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as Benign Positive — the detection was correct; the activity was a controlled test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SOC discipline, not blanket dismissal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8951" y="2416804"/>
            <a:ext cx="5458968" cy="2893072"/>
          </a:xfrm>
          <a:prstGeom prst="roundRect">
            <a:avLst>
              <a:gd name="adj" fmla="val 1580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7_incident_tri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2471668"/>
            <a:ext cx="5349240" cy="2783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3855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6613855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272223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72223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Response Playbook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613855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App triggered directly by 'Microsoft Sentinel incident'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 structured alert with incident title, severity, status and link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plan used deliberately, to avoid fixed hosting cost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93776" y="2321126"/>
            <a:ext cx="5458968" cy="3084427"/>
          </a:xfrm>
          <a:prstGeom prst="roundRect">
            <a:avLst>
              <a:gd name="adj" fmla="val 1482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8_logic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75990"/>
            <a:ext cx="5349240" cy="297469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9436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621792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07008" y="868680"/>
            <a:ext cx="43708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3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0292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delivered by email within minutes of incident creation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proven: sign-in log → detection → incident → automated notification</a:t>
            </a:r>
            <a:endParaRPr lang="en-US" sz="145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manual step between detection and alert delivery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38951" y="2663959"/>
            <a:ext cx="5458968" cy="2398762"/>
          </a:xfrm>
          <a:prstGeom prst="roundRect">
            <a:avLst>
              <a:gd name="adj" fmla="val 1906"/>
            </a:avLst>
          </a:prstGeom>
          <a:solidFill>
            <a:srgbClr val="F3F6F9"/>
          </a:solidFill>
          <a:ln w="12700">
            <a:solidFill>
              <a:srgbClr val="DCE3EA"/>
            </a:solidFill>
            <a:prstDash val="solid"/>
          </a:ln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NZ"/>
          </a:p>
        </p:txBody>
      </p:sp>
      <p:pic>
        <p:nvPicPr>
          <p:cNvPr id="8" name="Image 0" descr="/home/claude/pptx_project/img/09_e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815" y="2718823"/>
            <a:ext cx="5349240" cy="228903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30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3840480" cy="3840480"/>
          </a:xfrm>
          <a:prstGeom prst="ellipse">
            <a:avLst/>
          </a:prstGeom>
          <a:solidFill>
            <a:srgbClr val="2C3D52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DEMONSTRATES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applied in this lab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Security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ID, Conditional Access, risk-based sign-in policy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92024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9" name="Text 7"/>
          <p:cNvSpPr/>
          <p:nvPr/>
        </p:nvSpPr>
        <p:spPr>
          <a:xfrm>
            <a:off x="6629400" y="180136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Engineering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213055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Sentinel, KQL detection rules, MITRE ATT&amp;CK mapping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2" name="Text 10"/>
          <p:cNvSpPr/>
          <p:nvPr/>
        </p:nvSpPr>
        <p:spPr>
          <a:xfrm>
            <a:off x="82296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Automation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Apps / SOAR-style automated incident response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355080" y="315468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5" name="Text 13"/>
          <p:cNvSpPr/>
          <p:nvPr/>
        </p:nvSpPr>
        <p:spPr>
          <a:xfrm>
            <a:off x="6629400" y="303580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Discipline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29400" y="336499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triage, classification, and closure — not just detection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18" name="Text 16"/>
          <p:cNvSpPr/>
          <p:nvPr/>
        </p:nvSpPr>
        <p:spPr>
          <a:xfrm>
            <a:off x="82296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and resolved real platform issues (missing connector, permissions, cross-tenant setup)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55080" y="4389120"/>
            <a:ext cx="128016" cy="128016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NZ"/>
          </a:p>
        </p:txBody>
      </p:sp>
      <p:sp>
        <p:nvSpPr>
          <p:cNvPr id="21" name="Text 19"/>
          <p:cNvSpPr/>
          <p:nvPr/>
        </p:nvSpPr>
        <p:spPr>
          <a:xfrm>
            <a:off x="6629400" y="4270248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Governance Awareness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629400" y="4599432"/>
            <a:ext cx="5074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EB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 existing controls; chose consumption pricing to avoid unnecessary cost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12700">
            <a:solidFill>
              <a:srgbClr val="3E4F63"/>
            </a:solidFill>
            <a:prstDash val="solid"/>
          </a:ln>
        </p:spPr>
        <p:txBody>
          <a:bodyPr/>
          <a:lstStyle/>
          <a:p>
            <a:endParaRPr lang="en-NZ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Rufino Botte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github.com/davidrufinobotte/entra-sentinel-detection-lab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551</Words>
  <Application>Microsoft Office PowerPoint</Application>
  <PresentationFormat>Widescreen</PresentationFormat>
  <Paragraphs>108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David Rufino Botte</cp:lastModifiedBy>
  <cp:revision>2</cp:revision>
  <dcterms:created xsi:type="dcterms:W3CDTF">2026-07-26T01:00:35Z</dcterms:created>
  <dcterms:modified xsi:type="dcterms:W3CDTF">2026-07-26T07:21:43Z</dcterms:modified>
</cp:coreProperties>
</file>