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18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013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3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2C3D52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2C3D52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ENGINEERING — HANDS-ON LAB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Sign-In Risk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Response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 →  Microsoft Sentinel  →  Logic Apps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806440"/>
            <a:ext cx="20116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Rufino Botte   |   Senior Desktop Engineer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github.com/davidrufinobotte/entra-sentinel-detection-lab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log to alert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91744" y="3063240"/>
            <a:ext cx="1481328" cy="1143000"/>
          </a:xfrm>
          <a:prstGeom prst="roundRect">
            <a:avLst>
              <a:gd name="adj" fmla="val 8000"/>
            </a:avLst>
          </a:prstGeom>
          <a:solidFill>
            <a:srgbClr val="2330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691744" y="3063240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Logs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173072" y="3063240"/>
            <a:ext cx="3840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57120" y="3063240"/>
            <a:ext cx="1481328" cy="1143000"/>
          </a:xfrm>
          <a:prstGeom prst="roundRect">
            <a:avLst>
              <a:gd name="adj" fmla="val 8000"/>
            </a:avLst>
          </a:prstGeom>
          <a:solidFill>
            <a:srgbClr val="37527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2557120" y="3063240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38448" y="3063240"/>
            <a:ext cx="3840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422496" y="3063240"/>
            <a:ext cx="1481328" cy="1143000"/>
          </a:xfrm>
          <a:prstGeom prst="roundRect">
            <a:avLst>
              <a:gd name="adj" fmla="val 8000"/>
            </a:avLst>
          </a:prstGeom>
          <a:solidFill>
            <a:srgbClr val="2330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1" name="Text 9"/>
          <p:cNvSpPr/>
          <p:nvPr/>
        </p:nvSpPr>
        <p:spPr>
          <a:xfrm>
            <a:off x="4422496" y="3063240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03824" y="3063240"/>
            <a:ext cx="3840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87872" y="3063240"/>
            <a:ext cx="1481328" cy="1143000"/>
          </a:xfrm>
          <a:prstGeom prst="roundRect">
            <a:avLst>
              <a:gd name="adj" fmla="val 8000"/>
            </a:avLst>
          </a:prstGeom>
          <a:solidFill>
            <a:srgbClr val="37527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6287872" y="3063240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69200" y="3063240"/>
            <a:ext cx="3840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53248" y="3063240"/>
            <a:ext cx="1481328" cy="1143000"/>
          </a:xfrm>
          <a:prstGeom prst="roundRect">
            <a:avLst>
              <a:gd name="adj" fmla="val 8000"/>
            </a:avLst>
          </a:prstGeom>
          <a:solidFill>
            <a:srgbClr val="2330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7" name="Text 15"/>
          <p:cNvSpPr/>
          <p:nvPr/>
        </p:nvSpPr>
        <p:spPr>
          <a:xfrm>
            <a:off x="8153248" y="3063240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34576" y="3063240"/>
            <a:ext cx="3840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018624" y="3063240"/>
            <a:ext cx="1481328" cy="1143000"/>
          </a:xfrm>
          <a:prstGeom prst="roundRect">
            <a:avLst>
              <a:gd name="adj" fmla="val 8000"/>
            </a:avLst>
          </a:prstGeom>
          <a:solidFill>
            <a:srgbClr val="37527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0" name="Text 18"/>
          <p:cNvSpPr/>
          <p:nvPr/>
        </p:nvSpPr>
        <p:spPr>
          <a:xfrm>
            <a:off x="10018624" y="3063240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risky sign-in is logged, ingested into Sentinel, evaluated by a scheduled detection rule, and — if it matches — automatically opens an incident and triggers an emailed alert.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621792"/>
            <a:ext cx="4370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868680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 Workspace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law-security-lab as the central log repository for the lab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 subscription, Australia Southeast region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layer every downstream Sentinel component reads from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38951" y="3112664"/>
            <a:ext cx="5458968" cy="1501352"/>
          </a:xfrm>
          <a:prstGeom prst="roundRect">
            <a:avLst>
              <a:gd name="adj" fmla="val 3045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8" name="Image 0" descr="/home/claude/pptx_project/img/01_work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815" y="3167528"/>
            <a:ext cx="5349240" cy="13916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3855" y="59436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Text 1"/>
          <p:cNvSpPr/>
          <p:nvPr/>
        </p:nvSpPr>
        <p:spPr>
          <a:xfrm>
            <a:off x="6613855" y="594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72223" y="621792"/>
            <a:ext cx="4370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272223" y="868680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Identity Signals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613855" y="16002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the Microsoft Entra ID data connector (Sign-In + Audit logs)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 real issue: the connector was missing until the Entra ID solution was installed from the Sentinel Content Hub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troubleshooting ability, not just following steps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93776" y="2369576"/>
            <a:ext cx="5458968" cy="2987529"/>
          </a:xfrm>
          <a:prstGeom prst="roundRect">
            <a:avLst>
              <a:gd name="adj" fmla="val 1530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8" name="Image 0" descr="/home/claude/pptx_project/img/02_conn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4440"/>
            <a:ext cx="5349240" cy="28778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621792"/>
            <a:ext cx="4370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868680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Data Ingestion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 KQL query (SigninLogs | take 10) before building any detection logic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logs were flowing end-to-end from Entra ID into the workspace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confirmed data, not assumptions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38951" y="2813863"/>
            <a:ext cx="5458968" cy="2098954"/>
          </a:xfrm>
          <a:prstGeom prst="roundRect">
            <a:avLst>
              <a:gd name="adj" fmla="val 2178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8" name="Image 0" descr="/home/claude/pptx_project/img/03_qu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815" y="2868727"/>
            <a:ext cx="5349240" cy="19892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3855" y="59436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Text 1"/>
          <p:cNvSpPr/>
          <p:nvPr/>
        </p:nvSpPr>
        <p:spPr>
          <a:xfrm>
            <a:off x="6613855" y="594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72223" y="621792"/>
            <a:ext cx="4370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272223" y="868680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Existing Controls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613855" y="16002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existing Conditional Access policies before creating a new one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and reused a policy already enforcing MFA on risky sign-ins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policy sprawl — a real security engineering judgment call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93776" y="2380984"/>
            <a:ext cx="5458968" cy="2964713"/>
          </a:xfrm>
          <a:prstGeom prst="roundRect">
            <a:avLst>
              <a:gd name="adj" fmla="val 1542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8" name="Image 0" descr="/home/claude/pptx_project/img/04_conditional_a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35848"/>
            <a:ext cx="5349240" cy="28549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621792"/>
            <a:ext cx="4370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868680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Analytics Rule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KQL rule 'High-Risk Sign-In Detected', running every 5 minutes (5 minutes just because is test </a:t>
            </a:r>
            <a:r>
              <a:rPr lang="en-US" sz="1450" dirty="0" err="1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enviroment</a:t>
            </a: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on RiskLevelDuringSignIn (medium / high) from Entra ID Protection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MITRE ATT&amp;CK — Initial Access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38951" y="2316746"/>
            <a:ext cx="5458968" cy="3093187"/>
          </a:xfrm>
          <a:prstGeom prst="roundRect">
            <a:avLst>
              <a:gd name="adj" fmla="val 1478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8" name="Image 0" descr="/home/claude/pptx_project/img/05_analytics_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815" y="2371610"/>
            <a:ext cx="5349240" cy="29834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3855" y="59436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Text 1"/>
          <p:cNvSpPr/>
          <p:nvPr/>
        </p:nvSpPr>
        <p:spPr>
          <a:xfrm>
            <a:off x="6613855" y="594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72223" y="621792"/>
            <a:ext cx="4370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272223" y="868680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at Scale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613855" y="16002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generated 39 incidents from real sign-in activity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detection logic works against live data, not just theory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incident automatically linked back to its source alert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93776" y="2298691"/>
            <a:ext cx="5458968" cy="3129299"/>
          </a:xfrm>
          <a:prstGeom prst="roundRect">
            <a:avLst>
              <a:gd name="adj" fmla="val 1461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8" name="Image 0" descr="/home/claude/pptx_project/img/06_incid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53555"/>
            <a:ext cx="5349240" cy="3019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621792"/>
            <a:ext cx="4370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868680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Review &amp; Closure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and closed incidents individually with correct classification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as Benign Positive — the detection was correct; the activity was a controlled test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SOC discipline, not blanket dismissal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38951" y="2416804"/>
            <a:ext cx="5458968" cy="2893072"/>
          </a:xfrm>
          <a:prstGeom prst="roundRect">
            <a:avLst>
              <a:gd name="adj" fmla="val 1580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8" name="Image 0" descr="/home/claude/pptx_project/img/07_incident_tri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815" y="2471668"/>
            <a:ext cx="5349240" cy="27833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3855" y="59436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Text 1"/>
          <p:cNvSpPr/>
          <p:nvPr/>
        </p:nvSpPr>
        <p:spPr>
          <a:xfrm>
            <a:off x="6613855" y="594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72223" y="621792"/>
            <a:ext cx="4370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272223" y="868680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Response Playbook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613855" y="16002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 triggered directly by 'Microsoft Sentinel incident'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structured alert with incident title, severity, status and link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plan used deliberately, to avoid fixed hosting cost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93776" y="2321126"/>
            <a:ext cx="5458968" cy="3084427"/>
          </a:xfrm>
          <a:prstGeom prst="roundRect">
            <a:avLst>
              <a:gd name="adj" fmla="val 1482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8" name="Image 0" descr="/home/claude/pptx_project/img/08_logic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75990"/>
            <a:ext cx="5349240" cy="29746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621792"/>
            <a:ext cx="4370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868680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delivered by email within minutes of incident creation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proven: sign-in log → detection → incident → automated notification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step between detection and alert delivery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38951" y="2663959"/>
            <a:ext cx="5458968" cy="2398762"/>
          </a:xfrm>
          <a:prstGeom prst="roundRect">
            <a:avLst>
              <a:gd name="adj" fmla="val 1906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8" name="Image 0" descr="/home/claude/pptx_project/img/09_e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815" y="2718823"/>
            <a:ext cx="5349240" cy="22890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3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840480" cy="3840480"/>
          </a:xfrm>
          <a:prstGeom prst="ellipse">
            <a:avLst/>
          </a:prstGeom>
          <a:solidFill>
            <a:srgbClr val="2C3D52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DEMONSTRATES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applied in this lab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822960" y="180136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Security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30552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ID, Conditional Access, risk-based sign-in policy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92024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6629400" y="180136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Engineering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2130552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Sentinel, KQL detection rules, MITRE ATT&amp;CK mapping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822960" y="303580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Automation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364992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Apps / SOAR-style automated incident response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315468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5" name="Text 13"/>
          <p:cNvSpPr/>
          <p:nvPr/>
        </p:nvSpPr>
        <p:spPr>
          <a:xfrm>
            <a:off x="6629400" y="303580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Discipline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29400" y="3364992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triage, classification, and closure — not just detection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8" name="Text 16"/>
          <p:cNvSpPr/>
          <p:nvPr/>
        </p:nvSpPr>
        <p:spPr>
          <a:xfrm>
            <a:off x="822960" y="427024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599432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and resolved real platform issues (missing connector, permissions, cross-tenant setup)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438912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1" name="Text 19"/>
          <p:cNvSpPr/>
          <p:nvPr/>
        </p:nvSpPr>
        <p:spPr>
          <a:xfrm>
            <a:off x="6629400" y="427024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Governance Awareness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9400" y="4599432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existing controls; chose consumption pricing to avoid unnecessary cost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3E4F6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Rufino Botte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github.com/davidrufinobotte/entra-sentinel-detection-lab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548</Words>
  <Application>Microsoft Office PowerPoint</Application>
  <PresentationFormat>Widescreen</PresentationFormat>
  <Paragraphs>108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David Botte</cp:lastModifiedBy>
  <cp:revision>3</cp:revision>
  <dcterms:created xsi:type="dcterms:W3CDTF">2026-07-26T01:00:35Z</dcterms:created>
  <dcterms:modified xsi:type="dcterms:W3CDTF">2026-07-26T19:52:35Z</dcterms:modified>
</cp:coreProperties>
</file>